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60" d="100"/>
          <a:sy n="160" d="100"/>
        </p:scale>
        <p:origin x="-782" y="-17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923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152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28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0705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2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77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448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976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853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22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694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614DD-43F5-4BD6-9CA5-C09B441CA20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AF452-C392-401A-904C-B2A814B75D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025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EAE905D-72A2-C53C-596A-5EC49D4F2F7A}"/>
              </a:ext>
            </a:extLst>
          </p:cNvPr>
          <p:cNvGrpSpPr/>
          <p:nvPr/>
        </p:nvGrpSpPr>
        <p:grpSpPr>
          <a:xfrm>
            <a:off x="2807804" y="1808819"/>
            <a:ext cx="2448272" cy="2448272"/>
            <a:chOff x="2807804" y="1808819"/>
            <a:chExt cx="2448272" cy="2448272"/>
          </a:xfrm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6C647588-67C1-48D8-26E4-4084918C7792}"/>
                </a:ext>
              </a:extLst>
            </p:cNvPr>
            <p:cNvSpPr/>
            <p:nvPr/>
          </p:nvSpPr>
          <p:spPr>
            <a:xfrm>
              <a:off x="2807804" y="1808819"/>
              <a:ext cx="2448272" cy="2448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4" name="Imagem 3" descr="Logotipo&#10;&#10;Descrição gerada automaticamente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7862" y="2168859"/>
              <a:ext cx="1408157" cy="172819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749187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Apresentação na tela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Denilson Cosme</dc:creator>
  <cp:lastModifiedBy>Daniel Santos</cp:lastModifiedBy>
  <cp:revision>2</cp:revision>
  <dcterms:created xsi:type="dcterms:W3CDTF">2022-08-16T10:26:22Z</dcterms:created>
  <dcterms:modified xsi:type="dcterms:W3CDTF">2026-04-23T02:26:31Z</dcterms:modified>
</cp:coreProperties>
</file>